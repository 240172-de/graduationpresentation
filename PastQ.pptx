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939" autoAdjust="0"/>
  </p:normalViewPr>
  <p:slideViewPr>
    <p:cSldViewPr snapToGrid="0">
      <p:cViewPr varScale="1">
        <p:scale>
          <a:sx n="73" d="100"/>
          <a:sy n="73" d="100"/>
        </p:scale>
        <p:origin x="1998" y="60"/>
      </p:cViewPr>
      <p:guideLst/>
    </p:cSldViewPr>
  </p:slideViewPr>
  <p:notesTextViewPr>
    <p:cViewPr>
      <p:scale>
        <a:sx n="1" d="1"/>
        <a:sy n="1" d="1"/>
      </p:scale>
      <p:origin x="0" y="-19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1C2B1-4172-4771-A1EB-52D551F9A66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5B112E-4341-4B6B-938F-C209A2C09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53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kumimoji="1" lang="en-US" altLang="ja-JP" dirty="0"/>
              <a:t>Why? Motivation</a:t>
            </a:r>
          </a:p>
          <a:p>
            <a:pPr marL="171450" indent="-171450">
              <a:buFontTx/>
              <a:buChar char="-"/>
            </a:pPr>
            <a:r>
              <a:rPr kumimoji="1" lang="en-US" altLang="ja-JP" dirty="0"/>
              <a:t>What? Simple overview</a:t>
            </a:r>
          </a:p>
          <a:p>
            <a:pPr marL="628650" lvl="1" indent="-171450">
              <a:buFontTx/>
              <a:buChar char="-"/>
            </a:pPr>
            <a:r>
              <a:rPr kumimoji="1" lang="en-US" altLang="ja-JP" dirty="0"/>
              <a:t>For school</a:t>
            </a:r>
          </a:p>
          <a:p>
            <a:pPr marL="628650" lvl="1" indent="-171450">
              <a:buFontTx/>
              <a:buChar char="-"/>
            </a:pPr>
            <a:r>
              <a:rPr kumimoji="1" lang="en-US" altLang="ja-JP" dirty="0"/>
              <a:t>School handles management of decks</a:t>
            </a:r>
          </a:p>
          <a:p>
            <a:pPr marL="628650" lvl="1" indent="-171450">
              <a:buFontTx/>
              <a:buChar char="-"/>
            </a:pPr>
            <a:r>
              <a:rPr kumimoji="1" lang="en-US" altLang="ja-JP" dirty="0"/>
              <a:t>Students import deck from server</a:t>
            </a:r>
          </a:p>
          <a:p>
            <a:pPr marL="171450" indent="-171450">
              <a:buFontTx/>
              <a:buChar char="-"/>
            </a:pPr>
            <a:r>
              <a:rPr kumimoji="1" lang="en-US" altLang="ja-JP" dirty="0"/>
              <a:t>How? </a:t>
            </a:r>
          </a:p>
          <a:p>
            <a:pPr marL="628650" lvl="1" indent="-171450">
              <a:buFontTx/>
              <a:buChar char="-"/>
            </a:pPr>
            <a:r>
              <a:rPr kumimoji="1" lang="en-US" altLang="ja-JP" dirty="0"/>
              <a:t>Explanation of SRS (boxes) </a:t>
            </a:r>
          </a:p>
          <a:p>
            <a:pPr marL="628650" lvl="1" indent="-171450">
              <a:buFontTx/>
              <a:buChar char="-"/>
            </a:pPr>
            <a:r>
              <a:rPr kumimoji="1" lang="en-US" altLang="ja-JP" dirty="0" err="1"/>
              <a:t>StudySession</a:t>
            </a:r>
            <a:r>
              <a:rPr kumimoji="1" lang="en-US" altLang="ja-JP" dirty="0"/>
              <a:t> </a:t>
            </a:r>
            <a:r>
              <a:rPr kumimoji="1" lang="ja-JP" altLang="en-US" dirty="0"/>
              <a:t>単位</a:t>
            </a:r>
            <a:endParaRPr kumimoji="1" lang="en-US" altLang="ja-JP" dirty="0"/>
          </a:p>
          <a:p>
            <a:pPr marL="628650" lvl="1" indent="-171450">
              <a:buFontTx/>
              <a:buChar char="-"/>
            </a:pPr>
            <a:r>
              <a:rPr kumimoji="1" lang="en-US" altLang="ja-JP" dirty="0"/>
              <a:t>Associated with each question: box + status</a:t>
            </a:r>
          </a:p>
          <a:p>
            <a:pPr marL="628650" lvl="1" indent="-171450">
              <a:buFontTx/>
              <a:buChar char="-"/>
            </a:pPr>
            <a:r>
              <a:rPr kumimoji="1" lang="en-US" altLang="ja-JP" dirty="0"/>
              <a:t>Setting of status (3/4 statuses explained) (graphic that shows the flow between each?)</a:t>
            </a:r>
          </a:p>
          <a:p>
            <a:pPr marL="628650" lvl="1" indent="-171450">
              <a:buFontTx/>
              <a:buChar char="-"/>
            </a:pPr>
            <a:r>
              <a:rPr kumimoji="1" lang="en-US" altLang="ja-JP" dirty="0"/>
              <a:t>How/Which questions are selected (Priority, examples)</a:t>
            </a:r>
          </a:p>
          <a:p>
            <a:pPr marL="628650" lvl="1" indent="-171450">
              <a:buFontTx/>
              <a:buChar char="-"/>
            </a:pPr>
            <a:r>
              <a:rPr kumimoji="1" lang="en-US" altLang="ja-JP" dirty="0"/>
              <a:t>How is the next due date calculated (Formular)</a:t>
            </a:r>
          </a:p>
          <a:p>
            <a:pPr marL="628650" lvl="1" indent="-171450">
              <a:buFontTx/>
              <a:buChar char="-"/>
            </a:pPr>
            <a:r>
              <a:rPr kumimoji="1" lang="en-US" altLang="ja-JP" dirty="0"/>
              <a:t>Movement between boxes, how does the status change accordingly (graphic with an example for correct, one example 2 incorrect then correct, fade in accordingly)</a:t>
            </a:r>
          </a:p>
          <a:p>
            <a:pPr marL="171450" lvl="0" indent="-171450">
              <a:buFontTx/>
              <a:buChar char="-"/>
            </a:pPr>
            <a:r>
              <a:rPr kumimoji="1" lang="en-US" altLang="ja-JP" dirty="0"/>
              <a:t>With what? </a:t>
            </a:r>
            <a:r>
              <a:rPr kumimoji="1" lang="ja-JP" altLang="en-US" dirty="0"/>
              <a:t>開発環境</a:t>
            </a:r>
            <a:endParaRPr kumimoji="1" lang="en-US" altLang="ja-JP" dirty="0"/>
          </a:p>
          <a:p>
            <a:pPr marL="171450" lvl="0" indent="-171450">
              <a:buFontTx/>
              <a:buChar char="-"/>
            </a:pPr>
            <a:r>
              <a:rPr kumimoji="1" lang="en-US" altLang="ja-JP" dirty="0"/>
              <a:t>If I had more time: User accounts, sync back answers to server</a:t>
            </a:r>
          </a:p>
          <a:p>
            <a:pPr marL="171450" lvl="0" indent="-171450">
              <a:buFontTx/>
              <a:buChar char="-"/>
            </a:pPr>
            <a:r>
              <a:rPr kumimoji="1" lang="en-US" altLang="ja-JP" dirty="0"/>
              <a:t>What was problematic? School network</a:t>
            </a:r>
          </a:p>
          <a:p>
            <a:pPr marL="171450" lvl="0" indent="-171450">
              <a:buFontTx/>
              <a:buChar char="-"/>
            </a:pPr>
            <a:r>
              <a:rPr kumimoji="1" lang="en-US" altLang="ja-JP" dirty="0"/>
              <a:t>Who? </a:t>
            </a:r>
            <a:r>
              <a:rPr kumimoji="1" lang="ja-JP" altLang="en-US"/>
              <a:t>開発メンバー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B112E-4341-4B6B-938F-C209A2C09DB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8679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6DAD65-CD9D-1299-94AD-67012F924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502CE8-05A7-7979-8E54-A0A2C016B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CB9EE8-1C1D-8273-A51C-92E0D797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924879-7F43-E822-F4F8-5A0035139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43E189-C868-0A82-37B0-03828878F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75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D05C5A-E1A6-4D70-4F73-C87F8ABA3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7813B2-1643-898A-68CB-AE66AACF6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53CCF9-E854-18EE-88BA-5AFBD7147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1985B0-3AA9-1806-CB02-0344B1E96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279E55-8F27-CCC4-4738-DDA60CC5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99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A30984-54C6-DCFA-DD4A-C768FDB7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A70A3B-10CD-21C8-AB76-EBF8FD492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FC2AA1-E855-A91F-0DBF-273DBC854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BB3D0E-F5E3-28B8-60F1-57AECC27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5E4F2A-6877-AE61-AE70-64D5EA70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75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00DFC1-5AC8-3046-26C0-884BF34F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BB959C-1C16-3DEC-6D86-D0E02FD81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48ACEB-73A6-5C7A-752B-B2060C357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DB1CDD-483A-2DE5-B7A5-010A3431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AF1548-1349-D12C-F649-D64AE8F2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930639-A4F6-0044-BF71-586EFF92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236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EE1A35-F94A-E8A4-3FEF-D96031B9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B68105-0DF4-7414-63F2-65608B46D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4E7B12-2F9C-F5E1-32D5-FD9C7A06D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6496152-7EFC-EE61-3540-0EE279A3E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AEAFA21-92DB-8B74-6CB7-9E788B77C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7C8EA0D-1A58-3E17-D7A3-53F33F73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7B28CAF-25E5-ADA7-7575-691200694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DE9CE0B-C5D8-7143-7ADE-29D45917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05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F9B2C5-6F68-BB6F-4528-D5935D3FA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81AFA23-2DD4-1DD8-ED9E-99D37B10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2228269-3A5B-39BB-5E3B-B85D80FD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D5F6C5-C81F-629E-AF95-A816FD39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607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FF8C559-288E-C366-4FA6-6799D802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F849C6-B961-E149-432C-5B4F91FA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F5E686-7EB7-95BB-BB1C-6B2BA87D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224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0CBBCF-37A4-D01A-8922-21ADBA8E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504761-7B71-60B9-ADF4-139E093E8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3DFE55F-C9FE-3184-BE38-4C3E15553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8189F8-FB85-6539-89B8-9F808F47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296161-55B4-60E3-7BEB-E3BCFBCA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77AA28-439A-1CFA-0FB8-B51148DD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22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6634F3-FC40-3915-2FBD-02D88C8E7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1349FB1-4FAA-7391-448B-74545467A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19692BF-3E16-4FD8-D17B-18E689234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E49AC4-06DB-C74D-6DC3-62C30DC1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C5305D-E541-2AEE-9148-EA39CA12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4138A7-0BFD-8954-6486-040B79F4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945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B667F2-1381-A8A5-7F64-2B7E71ED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414044B-4549-71DE-2156-FF297D240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FDBEB6-4C41-B8F2-B020-B589C510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535BB2-E09C-1589-F59E-44078260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E61F55-ED70-2EAC-B3E9-ED1BA040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074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BA5AA61-1FF7-B882-82F9-C7F998B1C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088D4B-892C-02C8-5128-8727FA604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4C500E-6026-BB04-A2A1-9E07E16C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BD1438-37B1-0FFF-B50E-F5E28D382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0A1375-91FC-377C-D487-53D16321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88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51D5C72-7CA9-3DA5-BD26-BAF914E9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AD41A2-9718-5D89-7DA9-9D3FFE075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D08A21-47AC-8CC7-82C1-1DD75E61C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D6DCC-97E4-4EF6-B35D-F5C387A658EA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942424-18D2-7EF0-02B2-35B16FE65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6EC2DB-D4CE-F17F-659E-3E127ABF3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7D37C-A9CD-449E-8DE9-E3F38D0FF0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879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42B37B-E9EB-E4A7-8AFD-EDD1A9256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PastQ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B9160AD-49DA-1ECE-A8DB-76F05E3B7E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198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E3C268-8BD8-2D65-7453-702637810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9983C4-D423-6153-CB37-C33C1FAF8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3059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150CC9-9B04-BE6F-5BBF-A12F2015D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開発動機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A93AE7-EF29-99C0-8C36-293E8BCD4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日本でそのような試験が多い</a:t>
            </a:r>
            <a:endParaRPr kumimoji="1" lang="en-US" altLang="ja-JP" dirty="0"/>
          </a:p>
          <a:p>
            <a:r>
              <a:rPr kumimoji="1" lang="ja-JP" altLang="en-US" dirty="0"/>
              <a:t>使いたい機能をこのプロジェクトで全部充実できる</a:t>
            </a:r>
          </a:p>
        </p:txBody>
      </p:sp>
    </p:spTree>
    <p:extLst>
      <p:ext uri="{BB962C8B-B14F-4D97-AF65-F5344CB8AC3E}">
        <p14:creationId xmlns:p14="http://schemas.microsoft.com/office/powerpoint/2010/main" val="344734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155</Words>
  <Application>Microsoft Office PowerPoint</Application>
  <PresentationFormat>ワイド画面</PresentationFormat>
  <Paragraphs>23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PastQ</vt:lpstr>
      <vt:lpstr>目次</vt:lpstr>
      <vt:lpstr>開発動機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ERPS　DOROT HEE　ELISABETH</dc:creator>
  <cp:lastModifiedBy>ERPS　DOROT HEE　ELISABETH</cp:lastModifiedBy>
  <cp:revision>7</cp:revision>
  <dcterms:created xsi:type="dcterms:W3CDTF">2025-12-19T03:40:50Z</dcterms:created>
  <dcterms:modified xsi:type="dcterms:W3CDTF">2025-12-19T03:57:11Z</dcterms:modified>
</cp:coreProperties>
</file>